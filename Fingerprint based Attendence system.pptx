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60" r:id="rId10"/>
    <p:sldId id="265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>
      <p:cViewPr varScale="1">
        <p:scale>
          <a:sx n="74" d="100"/>
          <a:sy n="74" d="100"/>
        </p:scale>
        <p:origin x="17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dhadge99@gmail.com" userId="99930b64593675a8" providerId="LiveId" clId="{2D340A1A-20C7-498E-AA47-2799F68E8F78}"/>
    <pc:docChg chg="modSld">
      <pc:chgData name="rahuldhadge99@gmail.com" userId="99930b64593675a8" providerId="LiveId" clId="{2D340A1A-20C7-498E-AA47-2799F68E8F78}" dt="2026-05-08T03:39:45.861" v="4" actId="12"/>
      <pc:docMkLst>
        <pc:docMk/>
      </pc:docMkLst>
      <pc:sldChg chg="modSp mod">
        <pc:chgData name="rahuldhadge99@gmail.com" userId="99930b64593675a8" providerId="LiveId" clId="{2D340A1A-20C7-498E-AA47-2799F68E8F78}" dt="2026-05-08T03:39:11.378" v="0" actId="12"/>
        <pc:sldMkLst>
          <pc:docMk/>
          <pc:sldMk cId="0" sldId="259"/>
        </pc:sldMkLst>
        <pc:spChg chg="mod">
          <ac:chgData name="rahuldhadge99@gmail.com" userId="99930b64593675a8" providerId="LiveId" clId="{2D340A1A-20C7-498E-AA47-2799F68E8F78}" dt="2026-05-08T03:39:11.378" v="0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ahuldhadge99@gmail.com" userId="99930b64593675a8" providerId="LiveId" clId="{2D340A1A-20C7-498E-AA47-2799F68E8F78}" dt="2026-05-08T03:39:19.969" v="1" actId="12"/>
        <pc:sldMkLst>
          <pc:docMk/>
          <pc:sldMk cId="3841968160" sldId="267"/>
        </pc:sldMkLst>
        <pc:spChg chg="mod">
          <ac:chgData name="rahuldhadge99@gmail.com" userId="99930b64593675a8" providerId="LiveId" clId="{2D340A1A-20C7-498E-AA47-2799F68E8F78}" dt="2026-05-08T03:39:19.969" v="1" actId="12"/>
          <ac:spMkLst>
            <pc:docMk/>
            <pc:sldMk cId="3841968160" sldId="267"/>
            <ac:spMk id="13" creationId="{5584ABD1-D984-146A-02D2-79AF3B056251}"/>
          </ac:spMkLst>
        </pc:spChg>
      </pc:sldChg>
      <pc:sldChg chg="modSp mod">
        <pc:chgData name="rahuldhadge99@gmail.com" userId="99930b64593675a8" providerId="LiveId" clId="{2D340A1A-20C7-498E-AA47-2799F68E8F78}" dt="2026-05-08T03:39:28.652" v="2" actId="12"/>
        <pc:sldMkLst>
          <pc:docMk/>
          <pc:sldMk cId="46485989" sldId="268"/>
        </pc:sldMkLst>
        <pc:spChg chg="mod">
          <ac:chgData name="rahuldhadge99@gmail.com" userId="99930b64593675a8" providerId="LiveId" clId="{2D340A1A-20C7-498E-AA47-2799F68E8F78}" dt="2026-05-08T03:39:28.652" v="2" actId="12"/>
          <ac:spMkLst>
            <pc:docMk/>
            <pc:sldMk cId="46485989" sldId="268"/>
            <ac:spMk id="3" creationId="{2317F693-31A3-CB88-5EF9-C39400DD6074}"/>
          </ac:spMkLst>
        </pc:spChg>
      </pc:sldChg>
      <pc:sldChg chg="modSp mod">
        <pc:chgData name="rahuldhadge99@gmail.com" userId="99930b64593675a8" providerId="LiveId" clId="{2D340A1A-20C7-498E-AA47-2799F68E8F78}" dt="2026-05-08T03:39:37.518" v="3" actId="12"/>
        <pc:sldMkLst>
          <pc:docMk/>
          <pc:sldMk cId="2818115173" sldId="269"/>
        </pc:sldMkLst>
        <pc:spChg chg="mod">
          <ac:chgData name="rahuldhadge99@gmail.com" userId="99930b64593675a8" providerId="LiveId" clId="{2D340A1A-20C7-498E-AA47-2799F68E8F78}" dt="2026-05-08T03:39:37.518" v="3" actId="12"/>
          <ac:spMkLst>
            <pc:docMk/>
            <pc:sldMk cId="2818115173" sldId="269"/>
            <ac:spMk id="3" creationId="{FA263F02-05EC-6F0C-BCF1-F7E872A9E73E}"/>
          </ac:spMkLst>
        </pc:spChg>
      </pc:sldChg>
      <pc:sldChg chg="modSp mod">
        <pc:chgData name="rahuldhadge99@gmail.com" userId="99930b64593675a8" providerId="LiveId" clId="{2D340A1A-20C7-498E-AA47-2799F68E8F78}" dt="2026-05-08T03:39:45.861" v="4" actId="12"/>
        <pc:sldMkLst>
          <pc:docMk/>
          <pc:sldMk cId="1034179705" sldId="270"/>
        </pc:sldMkLst>
        <pc:spChg chg="mod">
          <ac:chgData name="rahuldhadge99@gmail.com" userId="99930b64593675a8" providerId="LiveId" clId="{2D340A1A-20C7-498E-AA47-2799F68E8F78}" dt="2026-05-08T03:39:45.861" v="4" actId="12"/>
          <ac:spMkLst>
            <pc:docMk/>
            <pc:sldMk cId="1034179705" sldId="270"/>
            <ac:spMk id="3" creationId="{AD086DA5-04AF-6A2A-59D0-ED5CB02F02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ACE58-333F-4286-8C2B-D5BC9AFA975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5DBEB-B3D7-482A-8BA0-DB2F1733C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27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5DBEB-B3D7-482A-8BA0-DB2F1733C76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5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9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8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3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7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8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4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2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8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5829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80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9326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0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11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6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0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98137"/>
            <a:ext cx="7848600" cy="1383263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“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Fingerprint Based Attendance System using Arduino</a:t>
            </a:r>
            <a:r>
              <a:rPr lang="en-US" sz="3200" dirty="0"/>
              <a:t>”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58000" cy="2209800"/>
          </a:xfrm>
        </p:spPr>
        <p:txBody>
          <a:bodyPr spcCol="640080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Group Members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1.Ashwini Patare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2.Tanvi Kodam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3.Vaishnavi Jagtap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2200" y="3083221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Guided By: Dr. A. R. Landge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</a:t>
            </a:r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57200" y="228600"/>
            <a:ext cx="8229600" cy="946034"/>
            <a:chOff x="645" y="1373"/>
            <a:chExt cx="10553" cy="2206"/>
          </a:xfrm>
        </p:grpSpPr>
        <p:pic>
          <p:nvPicPr>
            <p:cNvPr id="6" name="Picture 50" descr="PDVVP LOGO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9" name="TextBox 8"/>
          <p:cNvSpPr txBox="1"/>
          <p:nvPr/>
        </p:nvSpPr>
        <p:spPr>
          <a:xfrm>
            <a:off x="1981200" y="228600"/>
            <a:ext cx="5562600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Vithalrao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8700" y="1393263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DEPARTMENT OF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ELECTRONICS &amp; TELECOMMUNICATION ENGINEERING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28956"/>
            <a:ext cx="7848600" cy="525284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100" dirty="0">
                <a:latin typeface="+mj-lt"/>
                <a:cs typeface="Times New Roman" panose="02020603050405020304" pitchFamily="18" charset="0"/>
              </a:rPr>
              <a:t>Project Description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Fingerprint Based Attendance System is an IoT-based smart attendance project designed to automate the process of student attendance using biometric fingerprint authentication with an ESP32 microcontroller.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an R307 fingerprint sensor to accurately identify students, an I2C LCD display to show system status and attendance details, an RTC module for real-time date and time tracking, and push buttons for subject selection, enrollment, and system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a student scans their fingerprint, the system verifies the fingerprint ID, marks attendance automatically, and uploads the student ID, name, subject, date, time, and attendance status to Google Sheets through Wi-Fi connectivity.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subject-wise attendance sheets such as PDC, CN, EP, and PM are maintained for organized record management and easy monitoring of attendance data.</a:t>
            </a:r>
          </a:p>
          <a:p>
            <a:pPr>
              <a:buNone/>
            </a:pPr>
            <a:endParaRPr lang="en-US" dirty="0"/>
          </a:p>
        </p:txBody>
      </p:sp>
      <p:grpSp>
        <p:nvGrpSpPr>
          <p:cNvPr id="5" name="Group 49"/>
          <p:cNvGrpSpPr>
            <a:grpSpLocks noGrp="1"/>
          </p:cNvGrpSpPr>
          <p:nvPr/>
        </p:nvGrpSpPr>
        <p:grpSpPr bwMode="auto">
          <a:xfrm>
            <a:off x="457200" y="274638"/>
            <a:ext cx="8229600" cy="1143000"/>
            <a:chOff x="645" y="1373"/>
            <a:chExt cx="10553" cy="2206"/>
          </a:xfrm>
        </p:grpSpPr>
        <p:pic>
          <p:nvPicPr>
            <p:cNvPr id="6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11" name="Rectangle 10"/>
          <p:cNvSpPr/>
          <p:nvPr/>
        </p:nvSpPr>
        <p:spPr>
          <a:xfrm>
            <a:off x="2362200" y="2286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Vithalrao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1F4C586-D284-4FF1-A1AA-6C60D902C9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1" y="1600200"/>
            <a:ext cx="48768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100" dirty="0"/>
              <a:t>Circuit Diagram:-</a:t>
            </a:r>
          </a:p>
          <a:p>
            <a:pPr marL="0" indent="0">
              <a:buNone/>
            </a:pPr>
            <a:endParaRPr lang="en-US" sz="4100" dirty="0"/>
          </a:p>
        </p:txBody>
      </p:sp>
      <p:grpSp>
        <p:nvGrpSpPr>
          <p:cNvPr id="8" name="Group 49"/>
          <p:cNvGrpSpPr>
            <a:grpSpLocks noGrp="1"/>
          </p:cNvGrpSpPr>
          <p:nvPr/>
        </p:nvGrpSpPr>
        <p:grpSpPr bwMode="auto">
          <a:xfrm>
            <a:off x="457200" y="274638"/>
            <a:ext cx="8229600" cy="1143000"/>
            <a:chOff x="645" y="1373"/>
            <a:chExt cx="10553" cy="2206"/>
          </a:xfrm>
        </p:grpSpPr>
        <p:pic>
          <p:nvPicPr>
            <p:cNvPr id="9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10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11" name="Rectangle 10"/>
          <p:cNvSpPr/>
          <p:nvPr/>
        </p:nvSpPr>
        <p:spPr>
          <a:xfrm>
            <a:off x="2362200" y="2286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Vithalrao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B2742-2CC3-4432-B814-D9889D896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620962"/>
            <a:ext cx="6400800" cy="3696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8956"/>
            <a:ext cx="8915399" cy="47765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 dirty="0"/>
              <a:t>Components Used list with Specification &amp; Cost.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is the main controlling unit of the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built-in Wi-Fi and Bluetooth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processes fingerprint data and controls all modules.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sends attendance data to Google Sheets through internet connection.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used because it supports IoT applications with high speed and low       power consumption.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cost: ₹450.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0" y="2286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49"/>
          <p:cNvGrpSpPr>
            <a:grpSpLocks noGrp="1"/>
          </p:cNvGrpSpPr>
          <p:nvPr/>
        </p:nvGrpSpPr>
        <p:grpSpPr bwMode="auto">
          <a:xfrm>
            <a:off x="457200" y="200025"/>
            <a:ext cx="8229600" cy="1143000"/>
            <a:chOff x="645" y="1373"/>
            <a:chExt cx="10553" cy="2206"/>
          </a:xfrm>
        </p:grpSpPr>
        <p:pic>
          <p:nvPicPr>
            <p:cNvPr id="7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8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84ABD1-D984-146A-02D2-79AF3B05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33" y="1932352"/>
            <a:ext cx="6591985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RTC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DS3231 is a Real Time Clock module.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current date and time to the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time even when power is disconnected.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attendance record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proper attendance timing and timestamp 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cost: ₹150.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49">
            <a:extLst>
              <a:ext uri="{FF2B5EF4-FFF2-40B4-BE49-F238E27FC236}">
                <a16:creationId xmlns:a16="http://schemas.microsoft.com/office/drawing/2014/main" id="{00EBB133-E02A-EABC-0FC0-82B82FF0C313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533400" y="228600"/>
            <a:ext cx="8229600" cy="1143000"/>
            <a:chOff x="645" y="1373"/>
            <a:chExt cx="10553" cy="2206"/>
          </a:xfrm>
        </p:grpSpPr>
        <p:pic>
          <p:nvPicPr>
            <p:cNvPr id="18" name="Picture 50" descr="PDVVP LOGO">
              <a:extLst>
                <a:ext uri="{FF2B5EF4-FFF2-40B4-BE49-F238E27FC236}">
                  <a16:creationId xmlns:a16="http://schemas.microsoft.com/office/drawing/2014/main" id="{7795C3F6-611A-1F63-964C-5A65FC090F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19" name="Picture 1">
              <a:extLst>
                <a:ext uri="{FF2B5EF4-FFF2-40B4-BE49-F238E27FC236}">
                  <a16:creationId xmlns:a16="http://schemas.microsoft.com/office/drawing/2014/main" id="{B268D1F4-894E-BE56-1AB6-A2690DE54F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29C1C810-2CAB-2841-609D-262F9652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65" y="259289"/>
            <a:ext cx="6589712" cy="16389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solidFill>
                  <a:schemeClr val="tx1"/>
                </a:solidFill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96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F693-31A3-CB88-5EF9-C39400DD6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28800"/>
            <a:ext cx="6591985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3.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R307 is a biometric fingerprint recognition module.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captures, stores, and matches fingerprint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in secure and automatic attendance marking.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fast and accurate fingerprint verification.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used to avoid fake or proxy attendance. Approximate cost: ₹1000.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9">
            <a:extLst>
              <a:ext uri="{FF2B5EF4-FFF2-40B4-BE49-F238E27FC236}">
                <a16:creationId xmlns:a16="http://schemas.microsoft.com/office/drawing/2014/main" id="{2894F62B-4CDE-30C4-DC31-612AC819B491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457200" y="296600"/>
            <a:ext cx="8229600" cy="1143000"/>
            <a:chOff x="645" y="1373"/>
            <a:chExt cx="10553" cy="2206"/>
          </a:xfrm>
        </p:grpSpPr>
        <p:pic>
          <p:nvPicPr>
            <p:cNvPr id="5" name="Picture 50" descr="PDVVP LOGO">
              <a:extLst>
                <a:ext uri="{FF2B5EF4-FFF2-40B4-BE49-F238E27FC236}">
                  <a16:creationId xmlns:a16="http://schemas.microsoft.com/office/drawing/2014/main" id="{4B20B99F-082F-B5F4-769D-D371B8D5F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6" name="Picture 1">
              <a:extLst>
                <a:ext uri="{FF2B5EF4-FFF2-40B4-BE49-F238E27FC236}">
                  <a16:creationId xmlns:a16="http://schemas.microsoft.com/office/drawing/2014/main" id="{64ECC297-271F-B9B1-C11D-C019ED5499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55BA4757-D2C5-C38E-80B8-44942C49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06" y="307481"/>
            <a:ext cx="6654053" cy="1300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solidFill>
                  <a:schemeClr val="tx1"/>
                </a:solidFill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sz="105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3F02-05EC-6F0C-BCF1-F7E872A9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828800"/>
            <a:ext cx="6591985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4.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 LCD 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16×2 I2C LCD is used for displaying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subject name, time, and attendance status.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fewer wiring connections because of I2C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easy user interaction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live monitoring and system messages. Approximate cost: ₹250.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9">
            <a:extLst>
              <a:ext uri="{FF2B5EF4-FFF2-40B4-BE49-F238E27FC236}">
                <a16:creationId xmlns:a16="http://schemas.microsoft.com/office/drawing/2014/main" id="{16D25A47-F512-71B1-EA18-6FA4759C22AE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609600" y="272040"/>
            <a:ext cx="8229600" cy="1143000"/>
            <a:chOff x="645" y="1373"/>
            <a:chExt cx="10553" cy="2206"/>
          </a:xfrm>
        </p:grpSpPr>
        <p:pic>
          <p:nvPicPr>
            <p:cNvPr id="5" name="Picture 50" descr="PDVVP LOGO">
              <a:extLst>
                <a:ext uri="{FF2B5EF4-FFF2-40B4-BE49-F238E27FC236}">
                  <a16:creationId xmlns:a16="http://schemas.microsoft.com/office/drawing/2014/main" id="{098D8249-B118-1456-89DF-643C693800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6" name="Picture 1">
              <a:extLst>
                <a:ext uri="{FF2B5EF4-FFF2-40B4-BE49-F238E27FC236}">
                  <a16:creationId xmlns:a16="http://schemas.microsoft.com/office/drawing/2014/main" id="{B6D410E0-38D6-C985-0D4C-8999B3D50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7" name="Title 9">
            <a:extLst>
              <a:ext uri="{FF2B5EF4-FFF2-40B4-BE49-F238E27FC236}">
                <a16:creationId xmlns:a16="http://schemas.microsoft.com/office/drawing/2014/main" id="{35158A9B-A12E-B064-99AC-A0514298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634" y="272040"/>
            <a:ext cx="6588125" cy="1281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solidFill>
                  <a:schemeClr val="tx1"/>
                </a:solidFill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sz="105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11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6DA5-04AF-6A2A-59D0-ED5CB02F0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545" y="1828800"/>
            <a:ext cx="6591985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5</a:t>
            </a:r>
            <a:r>
              <a:rPr lang="en-US" sz="2200" dirty="0"/>
              <a:t>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is an audio output device used in the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gives sound indications for system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alerts for successful and failed fingerprint scans.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user response and notification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used for instant audio feedback during attendance marking.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 cost: ₹30.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D2F5A286-5CC4-C0DA-8591-F6AF78138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6222"/>
            <a:ext cx="6589712" cy="128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solidFill>
                  <a:schemeClr val="tx1"/>
                </a:solidFill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05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sz="105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4283CF6C-8A46-0A87-397D-8DBB84B092EC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533400" y="285440"/>
            <a:ext cx="8229600" cy="1143000"/>
            <a:chOff x="645" y="1373"/>
            <a:chExt cx="10553" cy="2206"/>
          </a:xfrm>
        </p:grpSpPr>
        <p:pic>
          <p:nvPicPr>
            <p:cNvPr id="6" name="Picture 50" descr="PDVVP LOGO">
              <a:extLst>
                <a:ext uri="{FF2B5EF4-FFF2-40B4-BE49-F238E27FC236}">
                  <a16:creationId xmlns:a16="http://schemas.microsoft.com/office/drawing/2014/main" id="{63C028A6-2E66-2BEA-2B86-8CEE8B89A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>
              <a:extLst>
                <a:ext uri="{FF2B5EF4-FFF2-40B4-BE49-F238E27FC236}">
                  <a16:creationId xmlns:a16="http://schemas.microsoft.com/office/drawing/2014/main" id="{2CB88DC3-A413-0CEA-A77C-7B4FFC841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0341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82296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100" dirty="0"/>
              <a:t>Use of your Model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attendance marking using fingerprint.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proxy attendance and cheating.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teacher’s time during attendance.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attendance records digitally. Provides fast and accurate identification.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 schools, colleges, and offices.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and manual errors.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can be monitored in real time.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5" name="Group 49"/>
          <p:cNvGrpSpPr>
            <a:grpSpLocks noGrp="1"/>
          </p:cNvGrpSpPr>
          <p:nvPr/>
        </p:nvGrpSpPr>
        <p:grpSpPr bwMode="auto">
          <a:xfrm>
            <a:off x="457200" y="274638"/>
            <a:ext cx="8229600" cy="1143000"/>
            <a:chOff x="645" y="1373"/>
            <a:chExt cx="10553" cy="2206"/>
          </a:xfrm>
        </p:grpSpPr>
        <p:pic>
          <p:nvPicPr>
            <p:cNvPr id="6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8" name="Rectangle 7"/>
          <p:cNvSpPr/>
          <p:nvPr/>
        </p:nvSpPr>
        <p:spPr>
          <a:xfrm>
            <a:off x="2438400" y="3048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Vithalrao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5156"/>
            <a:ext cx="7696200" cy="47545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Advantages  of Project: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fake or proxy attendance.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compared to manual attendance.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and fast attendance process.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errors in attendance records.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 and maintenance.</a:t>
            </a:r>
          </a:p>
          <a:p>
            <a:pPr marL="0" indent="0">
              <a:buNone/>
            </a:pPr>
            <a:r>
              <a:rPr lang="en-US" sz="2200" b="1" dirty="0"/>
              <a:t>Disadvantages  of Project: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sensor may fail due to dirty or wet fingers.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cost is higher than manual attendance.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damage can stop the attendance process.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performance if database becomes very large.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matching errors may occur sometimes.</a:t>
            </a:r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49"/>
          <p:cNvGrpSpPr>
            <a:grpSpLocks noGrp="1"/>
          </p:cNvGrpSpPr>
          <p:nvPr/>
        </p:nvGrpSpPr>
        <p:grpSpPr bwMode="auto">
          <a:xfrm>
            <a:off x="457200" y="274638"/>
            <a:ext cx="8229600" cy="1143000"/>
            <a:chOff x="645" y="1373"/>
            <a:chExt cx="10553" cy="2206"/>
          </a:xfrm>
        </p:grpSpPr>
        <p:pic>
          <p:nvPicPr>
            <p:cNvPr id="6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8" name="Rectangle 7"/>
          <p:cNvSpPr/>
          <p:nvPr/>
        </p:nvSpPr>
        <p:spPr>
          <a:xfrm>
            <a:off x="2438400" y="3048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Vikhe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Vithalrao Vikhe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100" dirty="0"/>
              <a:t>Future Scope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can be added with fingerprint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attendance analytics and reports.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and faster IoT communication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and multi-classroom support.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monthly attendance report 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support for teachers and administrators.</a:t>
            </a:r>
          </a:p>
        </p:txBody>
      </p:sp>
      <p:grpSp>
        <p:nvGrpSpPr>
          <p:cNvPr id="2" name="Group 49"/>
          <p:cNvGrpSpPr>
            <a:grpSpLocks noGrp="1"/>
          </p:cNvGrpSpPr>
          <p:nvPr/>
        </p:nvGrpSpPr>
        <p:grpSpPr bwMode="auto">
          <a:xfrm>
            <a:off x="457200" y="274638"/>
            <a:ext cx="8229600" cy="1143000"/>
            <a:chOff x="645" y="1373"/>
            <a:chExt cx="10553" cy="2206"/>
          </a:xfrm>
        </p:grpSpPr>
        <p:pic>
          <p:nvPicPr>
            <p:cNvPr id="6" name="Picture 50" descr="PDVVP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35" y="1394"/>
              <a:ext cx="1563" cy="1830"/>
            </a:xfrm>
            <a:prstGeom prst="rect">
              <a:avLst/>
            </a:prstGeom>
            <a:noFill/>
          </p:spPr>
        </p:pic>
        <p:pic>
          <p:nvPicPr>
            <p:cNvPr id="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5" y="1373"/>
              <a:ext cx="2247" cy="2206"/>
            </a:xfrm>
            <a:prstGeom prst="rect">
              <a:avLst/>
            </a:prstGeom>
            <a:noFill/>
          </p:spPr>
        </p:pic>
      </p:grpSp>
      <p:sp>
        <p:nvSpPr>
          <p:cNvPr id="8" name="Rectangle 7"/>
          <p:cNvSpPr/>
          <p:nvPr/>
        </p:nvSpPr>
        <p:spPr>
          <a:xfrm>
            <a:off x="2438400" y="304800"/>
            <a:ext cx="4572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|| </a:t>
            </a:r>
            <a:r>
              <a:rPr lang="hi-IN" sz="1050" dirty="0">
                <a:latin typeface="Times New Roman" pitchFamily="18" charset="0"/>
              </a:rPr>
              <a:t>न हि ज्ञानेन सदृशं पवित्रमिह विद्यते ||</a:t>
            </a:r>
            <a:br>
              <a:rPr lang="hi-IN" sz="1050" dirty="0">
                <a:latin typeface="Times New Roman" pitchFamily="18" charset="0"/>
              </a:rPr>
            </a:b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Vitthalrao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 Foundation's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Vithalrao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Vikhe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Patil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College of Engineering,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Ahilyanagar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981200" y="2767280"/>
            <a:ext cx="5410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626</TotalTime>
  <Words>1005</Words>
  <Application>Microsoft Office PowerPoint</Application>
  <PresentationFormat>On-screen Show (4:3)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“Fingerprint Based Attendance System using Arduino” </vt:lpstr>
      <vt:lpstr>PowerPoint Presentation</vt:lpstr>
      <vt:lpstr>PowerPoint Presentation</vt:lpstr>
      <vt:lpstr>PowerPoint Presentation</vt:lpstr>
      <vt:lpstr>|| न हि ज्ञानेन सदृशं पवित्रमिह विद्यते || Dr. Vitthalrao Vikhe Patil Foundation's Dr. Vithalrao Vikhe Patil College of Engineering, Ahilyanagar </vt:lpstr>
      <vt:lpstr>|| न हि ज्ञानेन सदृशं पवित्रमिह विद्यते || Dr. Vitthalrao Vikhe Patil Foundation's Dr. Vithalrao Vikhe Patil College of Engineering, Ahilyanagar </vt:lpstr>
      <vt:lpstr>|| न हि ज्ञानेन सदृशं पवित्रमिह विद्यते || Dr. Vitthalrao Vikhe Patil Foundation's Dr. Vithalrao Vikhe Patil College of Engineering, Ahilyanagar </vt:lpstr>
      <vt:lpstr>|| न हि ज्ञानेन सदृशं पवित्रमिह विद्यते || Dr. Vitthalrao Vikhe Patil Foundation's Dr. Vithalrao Vikhe Patil College of Engineering, Ahilyanagar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“Tittle Of Mini Project”</dc:title>
  <dc:creator>Admin</dc:creator>
  <cp:lastModifiedBy>rahuldhadge99@gmail.com</cp:lastModifiedBy>
  <cp:revision>16</cp:revision>
  <dcterms:created xsi:type="dcterms:W3CDTF">2006-08-16T00:00:00Z</dcterms:created>
  <dcterms:modified xsi:type="dcterms:W3CDTF">2026-05-08T03:39:47Z</dcterms:modified>
</cp:coreProperties>
</file>